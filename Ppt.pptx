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han Aggarwal" userId="57e237ad-3110-4fc3-88f4-6b35faf3c368" providerId="ADAL" clId="{9FBD75EE-27C9-4EFE-B03B-639ADFCFAA04}"/>
    <pc:docChg chg="modSld">
      <pc:chgData name="Rohan Aggarwal" userId="57e237ad-3110-4fc3-88f4-6b35faf3c368" providerId="ADAL" clId="{9FBD75EE-27C9-4EFE-B03B-639ADFCFAA04}" dt="2026-08-02T11:40:15.069" v="1" actId="6549"/>
      <pc:docMkLst>
        <pc:docMk/>
      </pc:docMkLst>
      <pc:sldChg chg="modSp mod">
        <pc:chgData name="Rohan Aggarwal" userId="57e237ad-3110-4fc3-88f4-6b35faf3c368" providerId="ADAL" clId="{9FBD75EE-27C9-4EFE-B03B-639ADFCFAA04}" dt="2026-08-02T11:40:15.069" v="1" actId="6549"/>
        <pc:sldMkLst>
          <pc:docMk/>
          <pc:sldMk cId="3605816098" sldId="256"/>
        </pc:sldMkLst>
        <pc:spChg chg="mod">
          <ac:chgData name="Rohan Aggarwal" userId="57e237ad-3110-4fc3-88f4-6b35faf3c368" providerId="ADAL" clId="{9FBD75EE-27C9-4EFE-B03B-639ADFCFAA04}" dt="2026-08-02T11:40:15.069" v="1" actId="6549"/>
          <ac:spMkLst>
            <pc:docMk/>
            <pc:sldMk cId="3605816098" sldId="256"/>
            <ac:spMk id="2" creationId="{0DF1AA8A-1745-DD68-6D90-7E8032B6618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72473-9EC9-09A3-D4B7-51ECA3CEE3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F4D498-F463-C15D-47A1-2B969CFA21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9A2DB5-B71F-2896-2847-23F52F2D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0358E-63B5-D7F4-0A62-9B50AA317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BCB05-EC3D-893E-6C3D-D95DC04B1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4814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0B793-3675-1555-895E-0405FDEB1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B9FC1-7F54-AB85-AEA9-4861E4510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66E481-E293-FA5A-8A87-26B512D2D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8A92D-A0F7-1AD8-BF72-F72C4E79F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854C6-4BA1-2CF0-5140-3404AA1BE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423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0DD6A-4F99-E284-4147-C5F1684D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61B98-1BF4-E40B-85AF-5BDCEC0C7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45C15-984A-26F8-E702-F7E0922F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65C301-6490-71AE-8A62-B5A85F336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C559FD-E619-C66F-D383-4B7A16A53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207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FE23F-DA65-BCAE-BD4E-403C186E0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B89B9-B28B-3673-A646-AEA9D2A293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62CFC-5B30-4E39-61BC-0F7E6BF0AF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FF35C-F91A-F430-CF89-14FB612DF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AB2F16-6563-41FF-502E-52C425E1A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BF74E-94AE-0321-D1AB-0B7C2C22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3457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F71DA-1AA2-957F-1BDA-B0ACA699B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37C37-566A-63A4-7839-ED3B2C0AA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C058D-8EE8-0249-6022-B2392D7DB8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535D94-17F5-06AD-FA4B-45CF53A996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26F00F-00B8-7837-8BF3-57BC1615B0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79DB95-0364-5E49-7C48-9540E4BB7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EA3D21-EF4C-94F6-6B13-C1424E4F1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AB3189-9750-C88D-A19E-782914819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635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52BC7-6A5F-5454-5ADB-BD807FEA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9D722D-B49A-5F10-62FC-40DFA082B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D90418-74CB-E54C-0666-6033316D8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33755-06F4-EDF5-3D2D-F6C3ADBF9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5902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FC031-1720-544B-C1E3-DAAF551A7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6E1293-EDE1-3658-C49B-B79443597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66251-6054-5312-071C-020CFE363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7394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09C44-B97C-E9EF-2745-A5CAA00CC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31B82-79A8-22C5-D2EB-A20D102FB4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AB46B7-16D0-2306-E50E-9B12A0F36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5151B-B30D-AE71-4C44-A9D7B2B37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48A656-DEBE-17E6-586A-DF5B4D5D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99E84-6A16-F4A5-53B1-A6D78605B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0495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02C0F-A524-D69B-74E6-D6ABB806C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D195D4-9666-7710-C061-4C99CF9435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68061-7604-A2CB-890F-F646E2878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8B8CD4-63A1-B5E9-0F4E-370427C0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1BD37-6F70-11E4-3BC9-EF959CAB8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C9CC5C-C614-9472-EC8E-F4A423E69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8167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B58AC-B3A4-DD17-E270-ACDE0FF7F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BB4A2-925F-BDFC-C990-64E8450240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63D09D-F8D2-ED6B-E6E2-7304E51A5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1A9D3-7106-B1A6-90D1-D5721E8C2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DF05D-AAD2-A71B-78C8-E6D260BD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6806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6C545B-1BA7-16B8-B71E-79E8721E4C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0D03-7B01-0D15-6B88-5985739458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6A3D60-6C52-7D8C-7BF0-6AA45E85D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6093E-0327-2BE0-60F2-712B559B9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F3152-5A82-6570-7243-9366D8FE2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6454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35B0CB-1754-FA61-D9AA-72010DC9D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9A40F-277E-F242-5C7C-3C951BA5A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0D3F3-49E6-250C-31DD-ED623B237F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9595F-3217-40E3-A5D5-E74A35C50F4E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42CAB-3B5D-467B-857C-D7878DA87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54A45-9586-122E-2552-850D8982FE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A008DA-1737-4399-A635-7A7F7B64B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7433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1AA8A-1745-DD68-6D90-7E8032B661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8552" y="539495"/>
            <a:ext cx="9144000" cy="1060705"/>
          </a:xfrm>
        </p:spPr>
        <p:txBody>
          <a:bodyPr>
            <a:normAutofit/>
          </a:bodyPr>
          <a:lstStyle/>
          <a:p>
            <a:r>
              <a:rPr lang="en-US" dirty="0"/>
              <a:t>Test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FEF05C-9B20-4B4E-775B-7EDEED52D2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581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260df36-bc43-424c-8f44-c85226657b01}" enabled="0" method="" siteId="{f260df36-bc43-424c-8f44-c85226657b0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Rohan Aggarwal</dc:creator>
  <cp:lastModifiedBy>Rohan Aggarwal</cp:lastModifiedBy>
  <cp:revision>1</cp:revision>
  <dcterms:created xsi:type="dcterms:W3CDTF">2026-08-02T11:20:10Z</dcterms:created>
  <dcterms:modified xsi:type="dcterms:W3CDTF">2026-08-02T11:40:16Z</dcterms:modified>
</cp:coreProperties>
</file>