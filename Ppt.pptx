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2473-9EC9-09A3-D4B7-51ECA3CEE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4D498-F463-C15D-47A1-2B969CFA2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A2DB5-B71F-2896-2847-23F52F2D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358E-63B5-D7F4-0A62-9B50AA31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BCB05-EC3D-893E-6C3D-D95DC04B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1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B793-3675-1555-895E-0405FDEB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B9FC1-7F54-AB85-AEA9-4861E451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6E481-E293-FA5A-8A87-26B512D2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8A92D-A0F7-1AD8-BF72-F72C4E79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854C6-4BA1-2CF0-5140-3404AA1B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3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DD6A-4F99-E284-4147-C5F1684D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1B98-1BF4-E40B-85AF-5BDCEC0C7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45C15-984A-26F8-E702-F7E0922F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5C301-6490-71AE-8A62-B5A85F33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559FD-E619-C66F-D383-4B7A16A5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7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E23F-DA65-BCAE-BD4E-403C186E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B89B9-B28B-3673-A646-AEA9D2A29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62CFC-5B30-4E39-61BC-0F7E6BF0A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FF35C-F91A-F430-CF89-14FB612D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B2F16-6563-41FF-502E-52C425E1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BF74E-94AE-0321-D1AB-0B7C2C22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45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71DA-1AA2-957F-1BDA-B0ACA699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37C37-566A-63A4-7839-ED3B2C0AA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C058D-8EE8-0249-6022-B2392D7DB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35D94-17F5-06AD-FA4B-45CF53A99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6F00F-00B8-7837-8BF3-57BC1615B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9DB95-0364-5E49-7C48-9540E4BB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A3D21-EF4C-94F6-6B13-C1424E4F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B3189-9750-C88D-A19E-78291481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63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2BC7-6A5F-5454-5ADB-BD807FEA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D722D-B49A-5F10-62FC-40DFA082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90418-74CB-E54C-0666-6033316D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33755-06F4-EDF5-3D2D-F6C3ADBF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90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FC031-1720-544B-C1E3-DAAF551A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E1293-EDE1-3658-C49B-B7944359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66251-6054-5312-071C-020CFE36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9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9C44-B97C-E9EF-2745-A5CAA00C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1B82-79A8-22C5-D2EB-A20D102FB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B46B7-16D0-2306-E50E-9B12A0F36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5151B-B30D-AE71-4C44-A9D7B2B3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8A656-DEBE-17E6-586A-DF5B4D5D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99E84-6A16-F4A5-53B1-A6D78605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9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02C0F-A524-D69B-74E6-D6ABB806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195D4-9666-7710-C061-4C99CF943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68061-7604-A2CB-890F-F646E2878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B8CD4-63A1-B5E9-0F4E-370427C0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1BD37-6F70-11E4-3BC9-EF959CAB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9CC5C-C614-9472-EC8E-F4A423E6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16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58AC-B3A4-DD17-E270-ACDE0FF7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BB4A2-925F-BDFC-C990-64E845024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3D09D-F8D2-ED6B-E6E2-7304E51A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A9D3-7106-B1A6-90D1-D5721E8C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F05D-AAD2-A71B-78C8-E6D260BD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80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C545B-1BA7-16B8-B71E-79E8721E4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70D03-7B01-0D15-6B88-598573945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A3D60-6C52-7D8C-7BF0-6AA45E85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6093E-0327-2BE0-60F2-712B559B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F3152-5A82-6570-7243-9366D8FE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45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5B0CB-1754-FA61-D9AA-72010DC9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9A40F-277E-F242-5C7C-3C951BA5A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0D3F3-49E6-250C-31DD-ED623B237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9595F-3217-40E3-A5D5-E74A35C50F4E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2CAB-3B5D-467B-857C-D7878DA87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4A45-9586-122E-2552-850D8982F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008DA-1737-4399-A635-7A7F7B64B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43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AA8A-1745-DD68-6D90-7E8032B66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552" y="539495"/>
            <a:ext cx="9144000" cy="1060705"/>
          </a:xfrm>
        </p:spPr>
        <p:txBody>
          <a:bodyPr>
            <a:normAutofit/>
          </a:bodyPr>
          <a:lstStyle/>
          <a:p>
            <a:r>
              <a:rPr lang="en-US" dirty="0"/>
              <a:t>Test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EF05C-9B20-4B4E-775B-7EDEED52D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81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Aggarwal</dc:creator>
  <cp:lastModifiedBy>Rohan Aggarwal</cp:lastModifiedBy>
  <cp:revision>1</cp:revision>
  <dcterms:created xsi:type="dcterms:W3CDTF">2026-08-02T11:20:10Z</dcterms:created>
  <dcterms:modified xsi:type="dcterms:W3CDTF">2026-08-02T11:20:37Z</dcterms:modified>
</cp:coreProperties>
</file>